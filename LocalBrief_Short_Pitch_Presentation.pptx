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92130"/>
                </a:solidFill>
              </a:defRPr>
            </a:pPr>
            <a:r>
              <a:t>LocalBrief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647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262D39"/>
                </a:solidFill>
              </a:defRPr>
            </a:pPr>
            <a:r>
              <a:t>Private lecture &amp; meeting notes</a:t>
            </a:r>
            <a:br/>
            <a:r>
              <a:t>for Snapdragon-powered HP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986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32337"/>
                </a:solidFill>
              </a:defRPr>
            </a:pPr>
            <a:r>
              <a:t>Record  →  transcribe locally  →  understand  → 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8620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3886200"/>
            <a:ext cx="64008" cy="114300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07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Speech-to-text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53128"/>
            <a:ext cx="29260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Whisper via Qualcomm AI Hub</a:t>
            </a:r>
            <a:br/>
            <a:r>
              <a:t>NPU-oriented Windows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88620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3886200"/>
            <a:ext cx="64008" cy="114300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0507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Note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453128"/>
            <a:ext cx="29260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Llama-v3.2-3B-Instruct</a:t>
            </a:r>
            <a:br/>
            <a:r>
              <a:t>local structured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388620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54112" y="3886200"/>
            <a:ext cx="64008" cy="114300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050791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Useful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453128"/>
            <a:ext cx="29260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Summary • actions</a:t>
            </a:r>
            <a:br/>
            <a:r>
              <a:t>quiz • glossary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4476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26B7A"/>
                </a:solidFill>
              </a:defRPr>
            </a:pPr>
            <a:r>
              <a:t>Snapdragon AI Lab Build &amp; Present Challenge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People can record everything. They still cannot review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31089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Record lecture / meeting</a:t>
            </a:r>
            <a:br/>
            <a:br/>
            <a:r>
              <a:t>Send audio to a cloud tool</a:t>
            </a:r>
            <a:br/>
            <a:br/>
            <a:r>
              <a:t>Wait for transcription</a:t>
            </a:r>
            <a:br/>
            <a:br/>
            <a:r>
              <a:t>Copy useful parts into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356616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The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1089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Cloud upload may not be appropriate for every recording.</a:t>
            </a:r>
            <a:br/>
            <a:br/>
            <a:r>
              <a:t>Too much output can be as unhelpful as too little.</a:t>
            </a:r>
            <a:br/>
            <a:br/>
            <a:r>
              <a:t>A summary alone does not tell the user what to do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356616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The opening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1089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A laptop already has the compute needed for a local first pass.</a:t>
            </a:r>
            <a:br/>
            <a:br/>
            <a:r>
              <a:t>Use AI where it helps: speech -&gt; understanding -&gt; next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The idea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A small tool that turns spoken information into something you can study or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2130"/>
                </a:solidFill>
              </a:defRPr>
            </a:pPr>
            <a:r>
              <a:t>LocalBrief = a focused note-making pipeline, not a general chatbot.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64008" cy="123444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1.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55848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Audio file or transcript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7889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2788920"/>
            <a:ext cx="64008" cy="123444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2. Transcribe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355848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Whisper on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7889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2788920"/>
            <a:ext cx="64008" cy="123444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3. 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3355848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Llama 3.2 3B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78892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788920"/>
            <a:ext cx="64008" cy="123444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2953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4.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355848"/>
            <a:ext cx="2743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Summary</a:t>
            </a:r>
            <a:br/>
            <a:r>
              <a:t>Actions • quiz • glossary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" y="3401568"/>
            <a:ext cx="246888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520" y="3401568"/>
            <a:ext cx="246888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26679" y="3401568"/>
            <a:ext cx="246889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800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26B7A"/>
                </a:solidFill>
              </a:defRPr>
            </a:pPr>
            <a:r>
              <a:t>The product stays simple on purpose: fewer screens, less noise, faster from recording to useful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Two AI stages, one local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325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1828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Microphone or imported audio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64008" cy="1325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1907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Whisper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2140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Speech-to-text</a:t>
            </a:r>
            <a:br/>
            <a:r>
              <a:t>AI Hub Windows 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554480"/>
            <a:ext cx="64008" cy="1325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71907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Llama 3.2 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12140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Structured note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554480"/>
            <a:ext cx="2606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554480"/>
            <a:ext cx="64008" cy="1325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719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Local note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121408"/>
            <a:ext cx="22860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Summary / actions / quiz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07792" y="2212848"/>
            <a:ext cx="402336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69280" y="2212848"/>
            <a:ext cx="384048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212848"/>
            <a:ext cx="384048" cy="0"/>
          </a:xfrm>
          <a:prstGeom prst="line">
            <a:avLst/>
          </a:prstGeom>
          <a:ln w="25400">
            <a:solidFill>
              <a:srgbClr val="6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74519" y="3429000"/>
            <a:ext cx="8412480" cy="1874519"/>
          </a:xfrm>
          <a:prstGeom prst="roundRect">
            <a:avLst/>
          </a:prstGeom>
          <a:noFill/>
          <a:ln>
            <a:solidFill>
              <a:srgbClr val="DFE2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3639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2337"/>
                </a:solidFill>
              </a:defRPr>
            </a:pPr>
            <a:r>
              <a:t>LOCAL-FIRST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069080"/>
            <a:ext cx="7818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D39"/>
                </a:solidFill>
              </a:defRPr>
            </a:pPr>
            <a:r>
              <a:t>Audio and notes can stay on the PC.</a:t>
            </a:r>
            <a:br/>
            <a:r>
              <a:t>The final build will show the actual runtime path and measurements on the target Snapdragon HP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Why Snapdragon is part of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The hardware is used for the AI work, not added as a logo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342900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NPU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30175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Speech recognition</a:t>
            </a:r>
            <a:br/>
            <a:br/>
            <a:r>
              <a:t>LLM inference</a:t>
            </a:r>
            <a:br/>
            <a:br/>
            <a:r>
              <a:t>Local, low-latency AI stages</a:t>
            </a:r>
            <a:br/>
            <a:br/>
            <a:r>
              <a:t>Measure the execution path on the final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55448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554480"/>
            <a:ext cx="64008" cy="342900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Qualcomm AI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21408"/>
            <a:ext cx="30175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Pre-optimized model catalog</a:t>
            </a:r>
            <a:br/>
            <a:br/>
            <a:r>
              <a:t>AI Hub Windows sample for Whisper</a:t>
            </a:r>
            <a:br/>
            <a:br/>
            <a:r>
              <a:t>Llama-v3.2-3B-Instruct listed for Snapdragon X compute targets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5448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554480"/>
            <a:ext cx="64008" cy="342900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Application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21408"/>
            <a:ext cx="30175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No cloud API in the core note-generation path</a:t>
            </a:r>
            <a:br/>
            <a:br/>
            <a:r>
              <a:t>One laptop handles capture, inference and review</a:t>
            </a:r>
            <a:br/>
            <a:br/>
            <a:r>
              <a:t>Demo can show actual latency /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85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Qualcomm says Snapdragon X Series PCs support on-device AI through the Hexagon NPU; current and next-generation devices vary by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What the demo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One short lecture. One clean note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2130"/>
                </a:solidFill>
              </a:defRPr>
            </a:pPr>
            <a:r>
              <a:t>LocalBrief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26B7A"/>
                </a:solidFill>
              </a:defRPr>
            </a:pPr>
            <a:r>
              <a:t>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2D39"/>
                </a:solidFill>
              </a:defRPr>
            </a:pPr>
            <a:r>
              <a:t>Today we are covering database indexing...</a:t>
            </a:r>
            <a:br/>
            <a:r>
              <a:t>The goal is to reduce lookup time...</a:t>
            </a:r>
            <a:br/>
            <a:r>
              <a:t>An index adds an extra structure...</a:t>
            </a:r>
            <a:br/>
            <a:r>
              <a:t>For the assignment, finish the schema by Friday.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8483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26B7A"/>
                </a:solidFill>
              </a:defRPr>
            </a:pPr>
            <a:r>
              <a:t>Note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9572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395728"/>
            <a:ext cx="64008" cy="100584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9626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Indexing reduces lookup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39572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395728"/>
            <a:ext cx="64008" cy="100584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9626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Finish schema by Friday.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58444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64008" cy="100584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Quiz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151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What is an index?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58444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3584448"/>
            <a:ext cx="64008" cy="100584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Glossary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4151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Index - lookup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130"/>
                </a:solidFill>
              </a:defRPr>
            </a:pPr>
            <a:r>
              <a:t>The value is in the last step: turning a transcript into a usable artifact.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A small codebase with a clear model/runtime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3611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App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Streamlit UI</a:t>
            </a:r>
            <a:br/>
            <a:br/>
            <a:r>
              <a:t>Input handling</a:t>
            </a:r>
            <a:br/>
            <a:br/>
            <a:r>
              <a:t>Editable output</a:t>
            </a:r>
            <a:br/>
            <a:br/>
            <a:r>
              <a:t>Export-ready note 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50876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1508760"/>
            <a:ext cx="64008" cy="361188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6733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07568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Whisper adapter</a:t>
            </a:r>
            <a:br/>
            <a:br/>
            <a:r>
              <a:t>Llama adapter</a:t>
            </a:r>
            <a:br/>
            <a:br/>
            <a:r>
              <a:t>Prompt + JSON output</a:t>
            </a:r>
            <a:br/>
            <a:br/>
            <a:r>
              <a:t>Fallback demo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50876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08760"/>
            <a:ext cx="64008" cy="361188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6733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Runtime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07568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ONNX Runtime GenAI</a:t>
            </a:r>
            <a:br/>
            <a:br/>
            <a:r>
              <a:t>QNN / GenieX-compatible assets</a:t>
            </a:r>
            <a:br/>
            <a:br/>
            <a:r>
              <a:t>Target Snapdragon NPU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50876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508760"/>
            <a:ext cx="64008" cy="3611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67335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Evidence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07568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Environment check</a:t>
            </a:r>
            <a:br/>
            <a:br/>
            <a:r>
              <a:t>Latency + tok/s benchmark</a:t>
            </a:r>
            <a:br/>
            <a:br/>
            <a:r>
              <a:t>Actual device screenshots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6811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26B7A"/>
                </a:solidFill>
              </a:defRPr>
            </a:pPr>
            <a:r>
              <a:t>The submission does not hard-code benchmark claims. It asks the target machine to prove the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What will be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Performance claims come from the target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64008" cy="658368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819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Transcription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58568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58568"/>
            <a:ext cx="64008" cy="658368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99816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099816"/>
            <a:ext cx="64008" cy="658368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Runtime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41064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41064"/>
            <a:ext cx="64008" cy="658368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056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8231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82312"/>
            <a:ext cx="64008" cy="658368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46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1417320"/>
            <a:ext cx="7132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37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2130"/>
                </a:solidFill>
              </a:defRPr>
            </a:pPr>
            <a:r>
              <a:t>Final benchmark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6B7A"/>
                </a:solidFill>
              </a:defRPr>
            </a:pPr>
            <a:r>
              <a:t>Audio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130"/>
                </a:solidFill>
              </a:defRPr>
            </a:pPr>
            <a:r>
              <a:t>__ 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6B7A"/>
                </a:solidFill>
              </a:defRPr>
            </a:pPr>
            <a:r>
              <a:t>End-to-end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880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130"/>
                </a:solidFill>
              </a:defRPr>
            </a:pPr>
            <a:r>
              <a:t>__ sec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6B7A"/>
                </a:solidFill>
              </a:defRPr>
            </a:pPr>
            <a:r>
              <a:t>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130"/>
                </a:solidFill>
              </a:defRPr>
            </a:pPr>
            <a:r>
              <a:t>__ tok/s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6B7A"/>
                </a:solidFill>
              </a:defRPr>
            </a:pPr>
            <a:r>
              <a:t>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130"/>
                </a:solidFill>
              </a:defRPr>
            </a:pPr>
            <a:r>
              <a:t>__ MB /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6B7A"/>
                </a:solidFill>
              </a:defRPr>
            </a:pPr>
            <a:r>
              <a:t>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63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130"/>
                </a:solidFill>
              </a:defRPr>
            </a:pPr>
            <a:r>
              <a:t>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257800"/>
            <a:ext cx="6080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These blanks are intentional until the device run is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Built around the four judging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The project is intentionally narrow enough to demo and measure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3611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Technical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Two-stage AI pipeline</a:t>
            </a:r>
            <a:br/>
            <a:br/>
            <a:r>
              <a:t>Clear runtime boundary</a:t>
            </a:r>
            <a:br/>
            <a:br/>
            <a:r>
              <a:t>Benchmark tooling</a:t>
            </a:r>
            <a:br/>
            <a:br/>
            <a:r>
              <a:t>Targeted Snapdragon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46304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1463040"/>
            <a:ext cx="64008" cy="361188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Use case &amp;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02996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Real note-taking problem</a:t>
            </a:r>
            <a:br/>
            <a:br/>
            <a:r>
              <a:t>Local-first workflow</a:t>
            </a:r>
            <a:br/>
            <a:br/>
            <a:r>
              <a:t>Summary + actions + study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46304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463040"/>
            <a:ext cx="64008" cy="361188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02996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Small Python app</a:t>
            </a:r>
            <a:br/>
            <a:br/>
            <a:r>
              <a:t>Browser UI</a:t>
            </a:r>
            <a:br/>
            <a:br/>
            <a:r>
              <a:t>Demo mode + Snapdragon mode</a:t>
            </a:r>
            <a:br/>
            <a:br/>
            <a:r>
              <a:t>No cloud API required for core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463040"/>
            <a:ext cx="2514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463040"/>
            <a:ext cx="64008" cy="361188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029968"/>
            <a:ext cx="21945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Easy-to-follow demo</a:t>
            </a:r>
            <a:br/>
            <a:br/>
            <a:r>
              <a:t>Architecture diagram</a:t>
            </a:r>
            <a:br/>
            <a:br/>
            <a:r>
              <a:t>Measured results</a:t>
            </a:r>
            <a:br/>
            <a:br/>
            <a:r>
              <a:t>Short explanation of the NPU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30"/>
                </a:solidFill>
              </a:defRPr>
            </a:pPr>
            <a:r>
              <a:t>The final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B7A"/>
                </a:solidFill>
              </a:defRPr>
            </a:pPr>
            <a:r>
              <a:t>LocalBrief is small on purpose: build it, run it, measure it, show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B7A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2130"/>
                </a:solidFill>
              </a:defRPr>
            </a:pPr>
            <a:r>
              <a:t>A practical local AI assistant for one of the most common things people do on a laptop: listen, learn and remember.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43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743200"/>
            <a:ext cx="64008" cy="1417320"/>
          </a:xfrm>
          <a:prstGeom prst="rect">
            <a:avLst/>
          </a:prstGeom>
          <a:solidFill>
            <a:srgbClr val="C3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90779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310128"/>
            <a:ext cx="29260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Too much spoken information; too little time to organize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743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2743200"/>
            <a:ext cx="64008" cy="1417320"/>
          </a:xfrm>
          <a:prstGeom prst="rect">
            <a:avLst/>
          </a:prstGeom>
          <a:solidFill>
            <a:srgbClr val="2F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90779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10128"/>
            <a:ext cx="29260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Local speech + local language model -&gt; useful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2743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17536" y="2743200"/>
            <a:ext cx="64008" cy="1417320"/>
          </a:xfrm>
          <a:prstGeom prst="rect">
            <a:avLst/>
          </a:prstGeom>
          <a:solidFill>
            <a:srgbClr val="23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90779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130"/>
                </a:solidFill>
              </a:defRPr>
            </a:pPr>
            <a: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3310128"/>
            <a:ext cx="292607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6B7A"/>
                </a:solidFill>
              </a:defRPr>
            </a:pPr>
            <a:r>
              <a:t>A real Snapdragon HP demo with measured runtime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2D39"/>
                </a:solidFill>
              </a:defRPr>
            </a:pPr>
            <a:r>
              <a:t>GitHub: https://github.com/&lt;your-username&gt;/localbrief-snapdragon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26B7A"/>
                </a:solidFill>
              </a:defRPr>
            </a:pPr>
            <a:r>
              <a:t>References: Qualcomm AI Hub Models, AI Hub Apps, Windows on Snapdragon AI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